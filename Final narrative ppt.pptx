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— Checkout Experiment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Improve checkout conversion while protecting revenue per session.</a:t>
            </a:r>
          </a:p>
          <a:p>
            <a:pPr lvl="1"/>
            <a:r>
              <a:t>Conversion: A = 8.40% | B = 9.97% (+18.7% lift, statistically significant).</a:t>
            </a:r>
          </a:p>
          <a:p>
            <a:pPr lvl="1"/>
            <a:r>
              <a:t>Revenue per Session: A = ₹416.51 | B = ₹453.87 (+9.0%).</a:t>
            </a:r>
          </a:p>
          <a:p>
            <a:pPr lvl="1"/>
            <a:r>
              <a:t>Projected 30-day incremental orders: +43.</a:t>
            </a:r>
          </a:p>
          <a:p>
            <a:pPr lvl="1"/>
            <a:r>
              <a:t>Projected 30-day incremental revenue (Base Case): ₹2.88 Lakhs.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Goal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Goal: Reduce checkout drop-offs.</a:t>
            </a:r>
          </a:p>
          <a:p>
            <a:pPr lvl="1"/>
            <a:r>
              <a:t>North Star: Revenue per Session (RPS).</a:t>
            </a:r>
          </a:p>
          <a:p>
            <a:pPr lvl="1"/>
            <a:r>
              <a:t>Supporting KPIs: Conversion Rate, Checkout→Purchase %, AOV, Time-to-Purchase.</a:t>
            </a:r>
          </a:p>
          <a:p>
            <a:pPr lvl="1"/>
            <a:r>
              <a:t>Guardrail: Maintain positive revenue &amp; margin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Funnel Diagnosis &amp; Root Cause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→ Cart drop-off: 69.4% (largest leakage).</a:t>
            </a:r>
          </a:p>
          <a:p>
            <a:pPr lvl="1"/>
            <a:r>
              <a:t>Cart → Checkout drop-off: 32.2%.</a:t>
            </a:r>
          </a:p>
          <a:p>
            <a:pPr lvl="1"/>
            <a:r>
              <a:t>Checkout → Purchase conversion: 71.1%.</a:t>
            </a:r>
          </a:p>
          <a:p>
            <a:pPr lvl="1"/>
            <a:r>
              <a:t>Median drop before cart: 15 seconds.</a:t>
            </a:r>
          </a:p>
          <a:p>
            <a:pPr lvl="1"/>
            <a:r>
              <a:t>Mobile &amp; paid social segments show weaker progression.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 Deep Dive — Performance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Premium segment shows highest conversion uplift.</a:t>
            </a:r>
          </a:p>
          <a:p>
            <a:pPr lvl="1"/>
            <a:r>
              <a:t>New users benefit more from Variant B.</a:t>
            </a:r>
          </a:p>
          <a:p>
            <a:pPr lvl="1"/>
            <a:r>
              <a:t>Web traffic outperforms mobile in both CR and RPS.</a:t>
            </a:r>
          </a:p>
          <a:p>
            <a:pPr lvl="1"/>
            <a:r>
              <a:t>Email &amp; referral channels show highest revenue per session.</a:t>
            </a:r>
          </a:p>
          <a:p>
            <a:pPr lvl="1"/>
            <a:r>
              <a:t>Mobile paid social underperforms.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A/B Experiment Results (Statistical Validation)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Sample size balanced across variants.</a:t>
            </a:r>
          </a:p>
          <a:p>
            <a:pPr lvl="1"/>
            <a:r>
              <a:t>Conversion lift: +18.7% (p &lt; 0.05).</a:t>
            </a:r>
          </a:p>
          <a:p>
            <a:pPr lvl="1"/>
            <a:r>
              <a:t>Checkout→Purchase conversion improved under Variant B.</a:t>
            </a:r>
          </a:p>
          <a:p>
            <a:pPr lvl="1"/>
            <a:r>
              <a:t>Revenue per Session increased by +9.0%.</a:t>
            </a:r>
          </a:p>
          <a:p>
            <a:pPr lvl="1"/>
            <a:r>
              <a:t>Conclusion: Variant B improves checkout efficiency.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HTE-lite Analysis — Differential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uplift: Premium &amp; Web users.</a:t>
            </a:r>
          </a:p>
          <a:p>
            <a:pPr lvl="1"/>
            <a:r>
              <a:t>Moderate uplift: Organic &amp; Email channels.</a:t>
            </a:r>
          </a:p>
          <a:p>
            <a:pPr lvl="1"/>
            <a:r>
              <a:t>Lowest uplift: Mobile paid social.</a:t>
            </a:r>
          </a:p>
          <a:p>
            <a:pPr lvl="1"/>
            <a:r>
              <a:t>Insight: Variant B aligns with high-intent segments.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30-Day Business Impact (Base Scenario)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Projected Sessions (30d): ~2,967.</a:t>
            </a:r>
          </a:p>
          <a:p>
            <a:pPr lvl="1"/>
            <a:r>
              <a:t>Projected Incremental Orders: +43.</a:t>
            </a:r>
          </a:p>
          <a:p>
            <a:pPr lvl="1"/>
            <a:r>
              <a:t>Projected Incremental Revenue: ₹2.88 Lakhs.</a:t>
            </a:r>
          </a:p>
          <a:p>
            <a:pPr lvl="1"/>
            <a:r>
              <a:t>Sensitivity Range (±25%): ₹2.16L – ₹3.60L.</a:t>
            </a:r>
          </a:p>
          <a:p>
            <a:pPr lvl="1"/>
            <a:r>
              <a:t>Net impact remains positive under conservative assumptions.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 (MoSCoW)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Must: Rollout Variant B on Web traffic immediately.</a:t>
            </a:r>
          </a:p>
          <a:p>
            <a:pPr lvl="1"/>
            <a:r>
              <a:t>Must: Monitor AOV &amp; margin weekly.</a:t>
            </a:r>
          </a:p>
          <a:p>
            <a:pPr lvl="1"/>
            <a:r>
              <a:t>Should: Improve Product → Cart UX (69% leakage).</a:t>
            </a:r>
          </a:p>
          <a:p>
            <a:pPr lvl="1"/>
            <a:r>
              <a:t>Should: Optimize mobile paid social traffic.</a:t>
            </a:r>
          </a:p>
          <a:p>
            <a:pPr lvl="1"/>
            <a:r>
              <a:t>Could: Run AOV optimization experiment.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Risks, Limitations &amp; Follow-Up 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Risk: Revenue sensitivity to AOV fluctuations.</a:t>
            </a:r>
          </a:p>
          <a:p>
            <a:pPr lvl="1"/>
            <a:r>
              <a:t>Limitation: Experiment duration limited.</a:t>
            </a:r>
          </a:p>
          <a:p>
            <a:pPr lvl="1"/>
            <a:r>
              <a:t>Next: Mobile checkout UX experiment.</a:t>
            </a:r>
          </a:p>
          <a:p>
            <a:pPr lvl="1"/>
            <a:r>
              <a:t>Next: Upsell/pricing experiment to enhance AOV.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